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" y="2346610"/>
            <a:ext cx="4126185" cy="320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0E3A5D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RSC Helferplanung 2027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314325" y="2752632"/>
            <a:ext cx="3286125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Entspannte Organisation, erfolgreiches Event.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82" y="0"/>
            <a:ext cx="5120618" cy="5143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47534" y="4889897"/>
            <a:ext cx="3929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64356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5D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Der Status Quo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694855"/>
            <a:ext cx="2571750" cy="2603897"/>
          </a:xfrm>
          <a:prstGeom prst="rect">
            <a:avLst/>
          </a:prstGeom>
          <a:solidFill>
            <a:srgbClr val="EAF4FA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980605"/>
            <a:ext cx="457200" cy="457200"/>
          </a:xfrm>
          <a:prstGeom prst="ellipse">
            <a:avLst/>
          </a:prstGeom>
          <a:solidFill>
            <a:srgbClr val="FFFFFF"/>
          </a:solidFill>
          <a:ln w="9144">
            <a:solidFill>
              <a:srgbClr val="D0E1E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66" y="2109192"/>
            <a:ext cx="150019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2609255"/>
            <a:ext cx="139303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Verstreute Listen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14375" y="2941439"/>
            <a:ext cx="20002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Informationen liegen in verschiedenen Dateien, E-Mails und Notizen. Die Gesamtübersicht fehlt oft im entscheidenden Moment.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86125" y="1587698"/>
            <a:ext cx="2571750" cy="2818209"/>
          </a:xfrm>
          <a:prstGeom prst="rect">
            <a:avLst/>
          </a:prstGeom>
          <a:solidFill>
            <a:srgbClr val="EAF4FA"/>
          </a:solidFill>
          <a:ln/>
        </p:spPr>
      </p:sp>
      <p:sp>
        <p:nvSpPr>
          <p:cNvPr id="10" name="Shape 6"/>
          <p:cNvSpPr/>
          <p:nvPr/>
        </p:nvSpPr>
        <p:spPr>
          <a:xfrm>
            <a:off x="3571875" y="1873448"/>
            <a:ext cx="457200" cy="457200"/>
          </a:xfrm>
          <a:prstGeom prst="ellipse">
            <a:avLst/>
          </a:prstGeom>
          <a:solidFill>
            <a:srgbClr val="FFFFFF"/>
          </a:solidFill>
          <a:ln w="9144">
            <a:solidFill>
              <a:srgbClr val="D0E1E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463" y="2002036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71875" y="2502098"/>
            <a:ext cx="156805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Hoher Zeitaufwand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71875" y="2834283"/>
            <a:ext cx="20002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Manuelles Abtippen, ständiges Abgleichen und das Nachhalten von Änderungen kosten das Orga-Team wertvolle Stunden.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43625" y="1694855"/>
            <a:ext cx="2571750" cy="2603897"/>
          </a:xfrm>
          <a:prstGeom prst="rect">
            <a:avLst/>
          </a:prstGeom>
          <a:solidFill>
            <a:srgbClr val="EAF4FA"/>
          </a:solidFill>
          <a:ln/>
        </p:spPr>
      </p:sp>
      <p:sp>
        <p:nvSpPr>
          <p:cNvPr id="15" name="Shape 10"/>
          <p:cNvSpPr/>
          <p:nvPr/>
        </p:nvSpPr>
        <p:spPr>
          <a:xfrm>
            <a:off x="6429375" y="1980605"/>
            <a:ext cx="457200" cy="457200"/>
          </a:xfrm>
          <a:prstGeom prst="ellipse">
            <a:avLst/>
          </a:prstGeom>
          <a:solidFill>
            <a:srgbClr val="FFFFFF"/>
          </a:solidFill>
          <a:ln w="9144">
            <a:solidFill>
              <a:srgbClr val="D0E1E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959" y="2109192"/>
            <a:ext cx="250031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9375" y="2609255"/>
            <a:ext cx="1725216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Manuelle Rückfragen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429375" y="2941439"/>
            <a:ext cx="20002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 Planänderung erfordert unzählige Einzelnachrichten und Telefonate, um Helfer auf dem aktuellen Stand zu halten.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654653" y="4807744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64356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5D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Die neue Helfer-Zentrale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471613"/>
            <a:ext cx="192881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5806" y="1443038"/>
            <a:ext cx="25931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Alles auf einen Blick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35806" y="1700213"/>
            <a:ext cx="25931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Dashboard zeigt sofort den aktuellen Stand: Schichten, Helferbedarf und kritische Engpässe.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536031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375" y="2507456"/>
            <a:ext cx="2614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Aktiver Handlungsbedarf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714375" y="2764631"/>
            <a:ext cx="26146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Doppelbelegungen und Ausfälle werden automatisch erkannt und farblich hervorgehoben.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00450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238" y="3571875"/>
            <a:ext cx="2571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Gemeinsame Datenbasis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757238" y="3829050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gesamte Planungsteam arbeitet live im selben System – keine veralteten Excel-Stände mehr.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613" y="1210866"/>
            <a:ext cx="4957763" cy="3429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54653" y="4807744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64356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5D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Was ändert sich für uns?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507331"/>
            <a:ext cx="571500" cy="571500"/>
          </a:xfrm>
          <a:prstGeom prst="rect">
            <a:avLst/>
          </a:prstGeom>
          <a:solidFill>
            <a:srgbClr val="EAF4F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678781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5875" y="1441252"/>
            <a:ext cx="7429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Mobile Nutzung &amp; 1-Klick WhatsApp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285875" y="1716286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persönliche Einsatzplan kann direkt aus der Helferkartei per WhatsApp verschickt werden – inklusive sicherem Kurzlink zum PDF und vorgefertigtem Text.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28625" y="2675334"/>
            <a:ext cx="571500" cy="571500"/>
          </a:xfrm>
          <a:prstGeom prst="rect">
            <a:avLst/>
          </a:prstGeom>
          <a:solidFill>
            <a:srgbClr val="EAF4FA"/>
          </a:solidFill>
          <a:ln/>
        </p:spPr>
      </p:sp>
      <p:sp>
        <p:nvSpPr>
          <p:cNvPr id="9" name="Text 5"/>
          <p:cNvSpPr/>
          <p:nvPr/>
        </p:nvSpPr>
        <p:spPr>
          <a:xfrm>
            <a:off x="1285875" y="2609255"/>
            <a:ext cx="7429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Automatische Validierung &amp; Sicherheit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285875" y="2884289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System warnt aktiv vor Doppelbelegungen, sichert Löschungen durch ein Protokoll ab und trennt strikt zwischen Planungs- und Administratorrechten.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8625" y="3843338"/>
            <a:ext cx="571500" cy="571500"/>
          </a:xfrm>
          <a:prstGeom prst="rect">
            <a:avLst/>
          </a:prstGeom>
          <a:solidFill>
            <a:srgbClr val="EAF4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014788"/>
            <a:ext cx="17145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5875" y="3777258"/>
            <a:ext cx="7429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Smarte PDF-Exporte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285875" y="4052292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einem Klick generiert das System gefilterte Helferübersichten als ZIP-Archiv – exakt aufgeteilt nach dem jeweiligen Ansprechpartner.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651081" y="4807744"/>
            <a:ext cx="642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64356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5D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Vorher vs. Nachher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35769" y="1214438"/>
            <a:ext cx="3986213" cy="567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5769" y="1775222"/>
            <a:ext cx="3986213" cy="7144"/>
          </a:xfrm>
          <a:prstGeom prst="rect">
            <a:avLst/>
          </a:prstGeom>
          <a:solidFill>
            <a:srgbClr val="D0E1ED"/>
          </a:solidFill>
          <a:ln/>
        </p:spPr>
      </p:sp>
      <p:sp>
        <p:nvSpPr>
          <p:cNvPr id="6" name="Text 3"/>
          <p:cNvSpPr/>
          <p:nvPr/>
        </p:nvSpPr>
        <p:spPr>
          <a:xfrm>
            <a:off x="435769" y="1214438"/>
            <a:ext cx="3986213" cy="567928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274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Bisheriger Ablauf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5769" y="1775222"/>
            <a:ext cx="3986213" cy="29325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2075259"/>
            <a:ext cx="107156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2975" y="2060972"/>
            <a:ext cx="3193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Mühsames Zusammenführen von Excel-Listen aus verschiedenen Quellen.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19" y="2732484"/>
            <a:ext cx="107156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2975" y="2718197"/>
            <a:ext cx="3193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Doppelbelegungen fallen oft erst kurz vor dem Event auf.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19" y="3389709"/>
            <a:ext cx="107156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2975" y="3375422"/>
            <a:ext cx="3193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Stundenlanges Tippen von E-Mails, um Helfer über ihre Schichten zu informieren.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722019" y="1214438"/>
            <a:ext cx="3986213" cy="560784"/>
          </a:xfrm>
          <a:prstGeom prst="rect">
            <a:avLst/>
          </a:prstGeom>
          <a:solidFill>
            <a:srgbClr val="0E3A5D"/>
          </a:solidFill>
          <a:ln/>
        </p:spPr>
      </p:sp>
      <p:sp>
        <p:nvSpPr>
          <p:cNvPr id="15" name="Text 9"/>
          <p:cNvSpPr/>
          <p:nvPr/>
        </p:nvSpPr>
        <p:spPr>
          <a:xfrm>
            <a:off x="4722019" y="1214438"/>
            <a:ext cx="3986213" cy="560784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Mit der Helferplanung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22019" y="1775222"/>
            <a:ext cx="3986213" cy="2932509"/>
          </a:xfrm>
          <a:prstGeom prst="rect">
            <a:avLst/>
          </a:prstGeom>
          <a:solidFill>
            <a:srgbClr val="EAF4F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769" y="2075259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93519" y="2060972"/>
            <a:ext cx="3128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8223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Eine zentrale, stets aktuelle Datenbasis für das gesamte Planungsteam.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769" y="2732484"/>
            <a:ext cx="171450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93519" y="2718197"/>
            <a:ext cx="3128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8223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Das System warnt sofort bei zeitlichen Überschneidungen am selben Tag.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7769" y="3389709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93519" y="3375422"/>
            <a:ext cx="31289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8223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1-Klick WhatsApp-Versand mit persönlichem PDF-Link in wenigen Sekunden.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8654653" y="4807744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64356"/>
            <a:ext cx="828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3A5D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Schritt für Schritt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471613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238" y="1443038"/>
            <a:ext cx="2571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Geführter Einstieg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57238" y="1700213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Bedienung ist intuitiv gestaltet, sodass auch neue Vorstands- und Orga-Mitglieder sofort loslegen können.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536031"/>
            <a:ext cx="192881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5806" y="2507456"/>
            <a:ext cx="25931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Integrierte Schulung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735806" y="2764631"/>
            <a:ext cx="25931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Rollenbasierte Erklärvideos direkt im System zeigen die wichtigsten Handgriffe in wenigen Minuten.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00450"/>
            <a:ext cx="192881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5806" y="3571875"/>
            <a:ext cx="25931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Umfassendes Handbuch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735806" y="3829050"/>
            <a:ext cx="25931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durchsuchbares, bebildertes PDF-Handbuch steht jederzeit zum Download bereit.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613" y="1210866"/>
            <a:ext cx="4957763" cy="3429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54653" y="4807744"/>
            <a:ext cx="60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00275" y="564356"/>
            <a:ext cx="474345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5D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Schauen wir es uns gemeinsam an!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071563" y="1755577"/>
            <a:ext cx="2143125" cy="1653778"/>
          </a:xfrm>
          <a:prstGeom prst="rect">
            <a:avLst/>
          </a:prstGeom>
          <a:solidFill>
            <a:srgbClr val="EAF4FA"/>
          </a:solidFill>
          <a:ln w="9144">
            <a:solidFill>
              <a:srgbClr val="D0E1E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684" y="1984177"/>
            <a:ext cx="192881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35919" y="2384227"/>
            <a:ext cx="10144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Mobile Ansicht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300163" y="2652117"/>
            <a:ext cx="1685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 Helferkarten und der Orga-Chat auf dem Smartphone aussehen.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3500438" y="1755577"/>
            <a:ext cx="2143125" cy="1653778"/>
          </a:xfrm>
          <a:prstGeom prst="rect">
            <a:avLst/>
          </a:prstGeom>
          <a:solidFill>
            <a:srgbClr val="EAF4FA"/>
          </a:solidFill>
          <a:ln w="9144">
            <a:solidFill>
              <a:srgbClr val="D0E1E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1984177"/>
            <a:ext cx="257175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82666" y="2384227"/>
            <a:ext cx="7786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Einsatzplan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729038" y="2652117"/>
            <a:ext cx="1685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 Doppelbelegungen sofort erkannt und behoben werden.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5929313" y="1755577"/>
            <a:ext cx="2143125" cy="1653778"/>
          </a:xfrm>
          <a:prstGeom prst="rect">
            <a:avLst/>
          </a:prstGeom>
          <a:solidFill>
            <a:srgbClr val="EAF4FA"/>
          </a:solidFill>
          <a:ln w="9144">
            <a:solidFill>
              <a:srgbClr val="D0E1E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361" y="1991320"/>
            <a:ext cx="225028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15075" y="2391370"/>
            <a:ext cx="13716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5D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WhatsApp-Versand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157913" y="2659261"/>
            <a:ext cx="16859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 ein persönlicher PDF-Link mit einem Klick verschickt wird.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3498652" y="3830836"/>
            <a:ext cx="2146697" cy="475059"/>
          </a:xfrm>
          <a:prstGeom prst="rect">
            <a:avLst/>
          </a:prstGeom>
          <a:noFill/>
          <a:ln/>
        </p:spPr>
        <p:txBody>
          <a:bodyPr wrap="square" lIns="340233" tIns="136017" rIns="34023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Live-Demo starten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658225" y="4807744"/>
            <a:ext cx="571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62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2026-09-16T10:06:05Z</dcterms:created>
  <dcterms:modified xsi:type="dcterms:W3CDTF">2026-09-16T10:06:05Z</dcterms:modified>
</cp:coreProperties>
</file>